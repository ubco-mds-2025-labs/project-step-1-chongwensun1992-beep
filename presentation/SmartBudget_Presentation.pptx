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5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SmartBudget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533 – Project Presentation</a:t>
            </a:r>
          </a:p>
          <a:p>
            <a:r>
              <a:rPr dirty="0"/>
              <a:t>Group Members:</a:t>
            </a:r>
          </a:p>
          <a:p>
            <a:r>
              <a:rPr dirty="0"/>
              <a:t>- Student </a:t>
            </a:r>
            <a:r>
              <a:rPr lang="en-US" dirty="0" err="1"/>
              <a:t>C</a:t>
            </a:r>
            <a:r>
              <a:rPr lang="en-US" altLang="zh-CN" dirty="0" err="1"/>
              <a:t>hongwen</a:t>
            </a:r>
            <a:r>
              <a:rPr lang="en-US" altLang="zh-CN" dirty="0"/>
              <a:t>(Peter) Sun</a:t>
            </a:r>
            <a:endParaRPr dirty="0"/>
          </a:p>
          <a:p>
            <a:r>
              <a:rPr dirty="0"/>
              <a:t>- Student </a:t>
            </a:r>
            <a:r>
              <a:rPr lang="en-US" dirty="0"/>
              <a:t>Yifu Zhao</a:t>
            </a:r>
            <a:endParaRPr dirty="0"/>
          </a:p>
          <a:p>
            <a:r>
              <a:rPr dirty="0"/>
              <a:t>- Student C</a:t>
            </a:r>
            <a:r>
              <a:rPr lang="en-US" dirty="0"/>
              <a:t>ho Wing Chan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SmartBudget is a modular Python budgeting system.</a:t>
            </a:r>
          </a:p>
          <a:p>
            <a:r>
              <a:t>Provides income/expense tracking, analysis, and JSON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modular package</a:t>
            </a:r>
          </a:p>
          <a:p>
            <a:r>
              <a:t>• Use OOP and inheritance</a:t>
            </a:r>
          </a:p>
          <a:p>
            <a:r>
              <a:t>• Provide financial insights</a:t>
            </a:r>
          </a:p>
          <a:p>
            <a:r>
              <a:t>• Implement JSON persistence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core/</a:t>
            </a:r>
          </a:p>
          <a:p>
            <a:r>
              <a:t>analysis/</a:t>
            </a:r>
          </a:p>
          <a:p>
            <a:r>
              <a:t>io/</a:t>
            </a:r>
          </a:p>
          <a:p>
            <a:r>
              <a:t>main.py</a:t>
            </a:r>
          </a:p>
          <a:p>
            <a:r>
              <a:t>files/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RecordBase, Income, Expense with inheritance.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summaries and insights.</a:t>
            </a:r>
          </a:p>
          <a:p>
            <a:r>
              <a:t>Includes summary.py and insights.py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JSON save/load and file utilities.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menu system for real-world usage.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 of adding records, saving/loading,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SmartBudget meets all project requirements.</a:t>
            </a:r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SmartBudget Project</vt:lpstr>
      <vt:lpstr>Project Overview</vt:lpstr>
      <vt:lpstr>Objectives</vt:lpstr>
      <vt:lpstr>Package Structure</vt:lpstr>
      <vt:lpstr>Core Package</vt:lpstr>
      <vt:lpstr>Analysis Package</vt:lpstr>
      <vt:lpstr>IO Package</vt:lpstr>
      <vt:lpstr>Main Application</vt:lpstr>
      <vt:lpstr>Demonstration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sun</cp:lastModifiedBy>
  <cp:revision>2</cp:revision>
  <dcterms:created xsi:type="dcterms:W3CDTF">2013-01-27T09:14:16Z</dcterms:created>
  <dcterms:modified xsi:type="dcterms:W3CDTF">2025-11-14T01:42:26Z</dcterms:modified>
  <cp:category/>
</cp:coreProperties>
</file>
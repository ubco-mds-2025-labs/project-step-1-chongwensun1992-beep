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7" r:id="rId2"/>
    <p:sldId id="268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1596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SmartBudget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DATA 533 – Project Presentation</a:t>
            </a:r>
          </a:p>
          <a:p>
            <a:r>
              <a:rPr dirty="0"/>
              <a:t>Group Members:</a:t>
            </a:r>
          </a:p>
          <a:p>
            <a:r>
              <a:rPr dirty="0"/>
              <a:t>- Student </a:t>
            </a:r>
            <a:r>
              <a:rPr lang="en-US" dirty="0" err="1"/>
              <a:t>C</a:t>
            </a:r>
            <a:r>
              <a:rPr lang="en-US" altLang="zh-CN" dirty="0" err="1"/>
              <a:t>hongwen</a:t>
            </a:r>
            <a:r>
              <a:rPr lang="en-US" altLang="zh-CN" dirty="0"/>
              <a:t>(Peter) Sun</a:t>
            </a:r>
            <a:endParaRPr dirty="0"/>
          </a:p>
          <a:p>
            <a:r>
              <a:rPr dirty="0"/>
              <a:t>- Student </a:t>
            </a:r>
            <a:r>
              <a:rPr lang="en-US" dirty="0"/>
              <a:t>Yifu Zhao</a:t>
            </a:r>
            <a:endParaRPr dirty="0"/>
          </a:p>
          <a:p>
            <a:r>
              <a:rPr dirty="0"/>
              <a:t>- Student C</a:t>
            </a:r>
            <a:r>
              <a:rPr lang="en-US" dirty="0"/>
              <a:t>ho Wing Chan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SmartBudget is a modular Python budgeting system.</a:t>
            </a:r>
          </a:p>
          <a:p>
            <a:r>
              <a:t>Provides income/expense tracking, analysis, and JSON storage.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Simplify daily budgeting</a:t>
            </a:r>
          </a:p>
          <a:p>
            <a:r>
              <a:t>• Automate income/expense recording</a:t>
            </a:r>
          </a:p>
          <a:p>
            <a:r>
              <a:t>• Provide meaningful summaries</a:t>
            </a:r>
          </a:p>
          <a:p>
            <a:r>
              <a:t>• Demonstrate clean software engineering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SmartBudget consists of four sub-packages:</a:t>
            </a:r>
          </a:p>
          <a:p>
            <a:r>
              <a:t>1. entity – Data models</a:t>
            </a:r>
          </a:p>
          <a:p>
            <a:r>
              <a:t>2. analysis – Calculations</a:t>
            </a:r>
          </a:p>
          <a:p>
            <a:r>
              <a:t>3. io – File utilities</a:t>
            </a:r>
          </a:p>
          <a:p>
            <a:r>
              <a:t>4. core – Controllers &amp; menu loop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entity – Data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RecordBase (validation, shared fields)</a:t>
            </a:r>
          </a:p>
          <a:p>
            <a:r>
              <a:t>• Income (positive cash flow)</a:t>
            </a:r>
          </a:p>
          <a:p>
            <a:r>
              <a:t>• Expense (negative cash flow)</a:t>
            </a:r>
          </a:p>
          <a:p>
            <a:r>
              <a:t>• constants.py (global limits)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analysis – Calculations &amp;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total_income(), total_expenses(), budget_balance()</a:t>
            </a:r>
          </a:p>
          <a:p>
            <a:r>
              <a:t>• income_details(), expense_details()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io – JSON Persistence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save_to_json()</a:t>
            </a:r>
          </a:p>
          <a:p>
            <a:r>
              <a:t>• load_from_json()</a:t>
            </a:r>
          </a:p>
          <a:p>
            <a:r>
              <a:t>• append_to_json()</a:t>
            </a:r>
          </a:p>
          <a:p>
            <a:r>
              <a:t>• file_exists(), list_files(), delete_file()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core – Controllers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controller_records: add/show records</a:t>
            </a:r>
          </a:p>
          <a:p>
            <a:r>
              <a:t>• controller_system: save/load/delete files</a:t>
            </a:r>
          </a:p>
          <a:p>
            <a:r>
              <a:t>• controller_menu: menu UI and main loop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Flowchart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User → Menu → Controller → Entity / Analysis → IO → back to User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UML Class Diagram (Text Version)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t>RecordBase</a:t>
            </a:r>
          </a:p>
          <a:p>
            <a:r>
              <a:t>  ↑</a:t>
            </a:r>
          </a:p>
          <a:p>
            <a:r>
              <a:t>Income       Expense</a:t>
            </a:r>
          </a:p>
          <a:p>
            <a:endParaRPr/>
          </a:p>
          <a:p>
            <a:r>
              <a:t>Attributes:</a:t>
            </a:r>
          </a:p>
          <a:p>
            <a:r>
              <a:t>• name</a:t>
            </a:r>
          </a:p>
          <a:p>
            <a:r>
              <a:t>• amount</a:t>
            </a:r>
          </a:p>
          <a:p>
            <a:r>
              <a:t>• source/category</a:t>
            </a:r>
          </a:p>
          <a:p>
            <a:endParaRPr/>
          </a:p>
          <a:p>
            <a:r>
              <a:t>Methods:</a:t>
            </a:r>
          </a:p>
          <a:p>
            <a:r>
              <a:t>• describe()</a:t>
            </a:r>
          </a:p>
          <a:p>
            <a:r>
              <a:t>• to_dict()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Add income &amp; expenses</a:t>
            </a:r>
          </a:p>
          <a:p>
            <a:r>
              <a:t>• Automatic validation</a:t>
            </a:r>
          </a:p>
          <a:p>
            <a:r>
              <a:t>• JSON-based storage</a:t>
            </a:r>
          </a:p>
          <a:p>
            <a:r>
              <a:t>• Summaries &amp; insights</a:t>
            </a:r>
          </a:p>
          <a:p>
            <a:r>
              <a:t>• File management</a:t>
            </a:r>
          </a:p>
          <a:p>
            <a:r>
              <a:t>• Menu-driven interface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SmartBudget demonstrates:</a:t>
            </a:r>
          </a:p>
          <a:p>
            <a:r>
              <a:t>• OOP with inheritance</a:t>
            </a:r>
          </a:p>
          <a:p>
            <a:r>
              <a:t>• Modular design</a:t>
            </a:r>
          </a:p>
          <a:p>
            <a:r>
              <a:t>• JSON persistence</a:t>
            </a:r>
          </a:p>
          <a:p>
            <a:r>
              <a:t>• Practical budgeting operations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324</Words>
  <Application>Microsoft Office PowerPoint</Application>
  <PresentationFormat>On-screen Show (4:3)</PresentationFormat>
  <Paragraphs>65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SmartBudget Project</vt:lpstr>
      <vt:lpstr>Project Overview</vt:lpstr>
      <vt:lpstr>Motivation</vt:lpstr>
      <vt:lpstr>Architecture Overview</vt:lpstr>
      <vt:lpstr>entity – Data Models</vt:lpstr>
      <vt:lpstr>analysis – Calculations &amp; Insights</vt:lpstr>
      <vt:lpstr>io – JSON Persistence</vt:lpstr>
      <vt:lpstr>core – Controllers</vt:lpstr>
      <vt:lpstr>System Flowchart</vt:lpstr>
      <vt:lpstr>UML Class Diagram (Text Version)</vt:lpstr>
      <vt:lpstr>Key Features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peter sun</cp:lastModifiedBy>
  <cp:revision>2</cp:revision>
  <dcterms:created xsi:type="dcterms:W3CDTF">2013-01-27T09:14:16Z</dcterms:created>
  <dcterms:modified xsi:type="dcterms:W3CDTF">2025-11-18T02:41:05Z</dcterms:modified>
  <cp:category/>
</cp:coreProperties>
</file>